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Kanit Bold"/>
      <p:regular r:id="rId201314"/>
    </p:embeddedFont>
    <p:embeddedFont>
      <p:font typeface="Kanit Light"/>
      <p:regular r:id="rId201315"/>
    </p:embeddedFont>
    <p:embeddedFont>
      <p:font typeface="Kanit"/>
      <p:regular r:id="rId201316"/>
    </p:embeddedFont>
    <p:embeddedFont>
      <p:font typeface="Martel Sans Light"/>
      <p:regular r:id="rId201317"/>
    </p:embeddedFont>
    <p:embeddedFont>
      <p:font typeface="Martel Sans"/>
      <p:regular r:id="rId201318"/>
    </p:embeddedFont>
    <p:embeddedFont>
      <p:font typeface="Martel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6.png"/><Relationship Id="rId9" Type="http://schemas.openxmlformats.org/officeDocument/2006/relationships/image" Target="../media/image-4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25809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MecaniQA Manager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2143919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Gerenciamento de Peças e Serviços Automotivos com Estruturas de Dados em Java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3186113"/>
            <a:ext cx="2465921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Disciplina: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Estrutura de Dados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Curso: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Sistemas de Informação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Centro Universitário de Excelência — UNEX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Vit. da Conquista, 2026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656913" y="3186113"/>
            <a:ext cx="38806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Autores: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656913" y="3684786"/>
            <a:ext cx="3271061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Álef Silva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Pablo Cezar Kluge dos Santos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Luis Henrique Souza Alves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Eduardo Sant'Ana Alves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2059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Agenda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98086" y="1229816"/>
            <a:ext cx="11405108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Esta apresentação demonstra a proposta, estrutura e funcionamento do MVP MecaniQA Manager, destacando a aplicação prática de estruturas de dados.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42752"/>
            <a:ext cx="10795524" cy="860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320" y="1838424"/>
            <a:ext cx="21500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93592" y="1705173"/>
            <a:ext cx="993760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Contexto e Objetivo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93592" y="1977827"/>
            <a:ext cx="993760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Problema abordado e finalidade do sistema.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505968"/>
            <a:ext cx="10795524" cy="8602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320" y="2801640"/>
            <a:ext cx="21500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393592" y="2668389"/>
            <a:ext cx="993760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Estrutura do Projeto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93592" y="2941042"/>
            <a:ext cx="993760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Classes e responsabilidades.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469184"/>
            <a:ext cx="10795524" cy="8602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6320" y="3764855"/>
            <a:ext cx="21500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393592" y="3631605"/>
            <a:ext cx="993760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Estruturas de Dados e Operações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93592" y="3904258"/>
            <a:ext cx="993760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Arrays estáticos e algoritmos implementados.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432399"/>
            <a:ext cx="10795524" cy="8602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320" y="4728071"/>
            <a:ext cx="21500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393592" y="4594820"/>
            <a:ext cx="993760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Funcionalidades e Testes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93592" y="4867473"/>
            <a:ext cx="993760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Operações implementadas e exemplos práticos.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5395615"/>
            <a:ext cx="10795524" cy="8602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6320" y="5691287"/>
            <a:ext cx="21500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393592" y="5558036"/>
            <a:ext cx="993760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Resultados e Evolução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393592" y="5830689"/>
            <a:ext cx="993760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Status atual e possibilidades futuras.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93539"/>
            <a:ext cx="6223638" cy="990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MecaniQA Manager: Contexto e Objetivo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269971" y="2038747"/>
            <a:ext cx="290654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 Problema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69971" y="2428280"/>
            <a:ext cx="2906541" cy="2332534"/>
          </a:xfrm>
          <a:prstGeom prst="rect">
            <a:avLst/>
          </a:prstGeom>
          <a:noFill/>
          <a:ln/>
        </p:spPr>
        <p:txBody>
          <a:bodyPr wrap="square" lIns="0" tIns="67324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Uma oficina automotiva precisa organizar informações de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peças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estoque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fabricantes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preços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serviços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Necessidade de controlar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tempo de execução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valor de mão de obra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Dados dispersos dificultam a gestão eficiente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3419" y="2038747"/>
            <a:ext cx="290654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 Objetivo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3419" y="2428280"/>
            <a:ext cx="2906541" cy="1836241"/>
          </a:xfrm>
          <a:prstGeom prst="rect">
            <a:avLst/>
          </a:prstGeom>
          <a:noFill/>
          <a:ln/>
        </p:spPr>
        <p:txBody>
          <a:bodyPr wrap="square" lIns="0" tIns="67324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Desenvolver um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MVP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que simule o controle inicial de peças e serviços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Aplicar conceitos de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Estrutura de Dados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em um cenário real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Demonstrar organização, busca e manipulação de registros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3419" y="4424263"/>
            <a:ext cx="2906541" cy="1580455"/>
          </a:xfrm>
          <a:prstGeom prst="roundRect">
            <a:avLst>
              <a:gd name="adj" fmla="val 1597"/>
            </a:avLst>
          </a:prstGeom>
          <a:solidFill>
            <a:srgbClr val="7E010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689" y="4619823"/>
            <a:ext cx="210338" cy="1682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0299" y="4594126"/>
            <a:ext cx="2191390" cy="1240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Java + Estrutura de Dados + Gestão Automotiva</a:t>
            </a:r>
            <a:endParaRPr lang="en-US" sz="13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Oficina →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MecaniQA Manager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→ Peças + Serviços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4384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Arquitetura e Entidades do Sistema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92040"/>
            <a:ext cx="6878664" cy="3148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6708" y="2610897"/>
            <a:ext cx="1431999" cy="178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Peca &amp; Servico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36708" y="2843899"/>
            <a:ext cx="1677147" cy="27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Entidades: código, descrições, preços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70703" y="3645615"/>
            <a:ext cx="1431999" cy="178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Gerenciador.java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0809" y="3878616"/>
            <a:ext cx="1541893" cy="27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Inserção, busca e remoção de entidades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36708" y="4179881"/>
            <a:ext cx="1431999" cy="178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36708" y="4412882"/>
            <a:ext cx="1677147" cy="27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Ponto de entrada; execução e testes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978377" y="1430238"/>
            <a:ext cx="352148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Responsabilidades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9327" y="1797645"/>
            <a:ext cx="3540533" cy="643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8496" y="1816695"/>
            <a:ext cx="332136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Main.java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78496" y="2186682"/>
            <a:ext cx="3321364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Execução e testes do sistema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9327" y="2666008"/>
            <a:ext cx="3540533" cy="6431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78496" y="2685058"/>
            <a:ext cx="332136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Gerenciador.java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78496" y="3055045"/>
            <a:ext cx="3321364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Lógica de inserção, busca e remoção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9327" y="3534370"/>
            <a:ext cx="3540533" cy="8781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78496" y="3553420"/>
            <a:ext cx="332136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Peca.java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78496" y="3923407"/>
            <a:ext cx="332136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Código, nome, fabricante, preço de custo, preço de venda, quantidade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9327" y="4637782"/>
            <a:ext cx="3540533" cy="87818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78496" y="4656832"/>
            <a:ext cx="332136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Servico.java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178496" y="5026819"/>
            <a:ext cx="332136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Código, descrição, tempo estimado (min), valor de mão de obra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978377" y="5645051"/>
            <a:ext cx="3521483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Separação de responsabilidades: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Dados · Regras · Execução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0210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Estruturas de Dados e Operações Implementadas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558429"/>
            <a:ext cx="5169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Arrays Estáticos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8086" y="2008783"/>
            <a:ext cx="5169664" cy="1444823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Peca[] pecas = new Peca[100];</a:t>
            </a:r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até 100 peças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Servico[] servicos = new Servico[50];</a:t>
            </a:r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até 50 serviços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totalPecas = 0;</a:t>
            </a:r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controle de registros ativos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totalServicos = 0;</a:t>
            </a:r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controle de registros ativos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0296" y="1558429"/>
            <a:ext cx="5169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Operações Principais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30296" y="2030611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7" name="Text 5"/>
          <p:cNvSpPr/>
          <p:nvPr/>
        </p:nvSpPr>
        <p:spPr>
          <a:xfrm>
            <a:off x="6408627" y="2075954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926387" y="2094805"/>
            <a:ext cx="457357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Inserção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26387" y="2545159"/>
            <a:ext cx="4573572" cy="605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Novo registro na próxima posição disponível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[A][B][C][ ] → [A][B][C][D]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0296" y="3500834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11" name="Text 9"/>
          <p:cNvSpPr/>
          <p:nvPr/>
        </p:nvSpPr>
        <p:spPr>
          <a:xfrm>
            <a:off x="6408627" y="3546177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926387" y="3565029"/>
            <a:ext cx="457357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Busca Linear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26387" y="4015383"/>
            <a:ext cx="4573572" cy="605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Percorre array comparando código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Encontrado? Retorna índice : Retorna -1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0296" y="4971058"/>
            <a:ext cx="420776" cy="42078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8627" y="5016401"/>
            <a:ext cx="26401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926387" y="5035252"/>
            <a:ext cx="457357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Remoção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6387" y="5485606"/>
            <a:ext cx="4573572" cy="605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Localiza registro e desloca posteriores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[A][B][C][D] → [A][C][D][ ]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514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Funcionalidades, Testes e Considerações Finais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7048"/>
            <a:ext cx="1510171" cy="933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119735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Peças Implementadas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532684"/>
            <a:ext cx="3432288" cy="1416248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Inserir, buscar por código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Remover e reorganizar array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Exemplo: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Filtro de óleo Bosch — R$ 20,00 / R$ 35,90 — 10 un.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1937048"/>
            <a:ext cx="1510171" cy="933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3119735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Serviços Implementados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3532684"/>
            <a:ext cx="3432288" cy="1416248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Inserir, buscar por código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Remover e reorganizar array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Exemplo: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Troca de óleo — 40 min — R$ 80,00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1937048"/>
            <a:ext cx="1510171" cy="9333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3119735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Aprendizados e Evolução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3532684"/>
            <a:ext cx="3432288" cy="237380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Busca sequencial, inserção e exclusão de registros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Modularização em classes e reorganização de dados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Futuro: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Interface gráfica, banco de dados, ordens de serviço, relatórios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731639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Referências do Projeto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1816894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Repositório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2309614"/>
            <a:ext cx="2868541" cy="1340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GitHub — MecaniQA Manager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github.com/Alefslvz/MecaniQA-Manaus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8086" y="384929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Tecnologias Utilizadas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4342011"/>
            <a:ext cx="2868541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Java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Visual Studio Code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Extension Pack for Java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059533" y="1816894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Arquivos do Projeto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59533" y="2309614"/>
            <a:ext cx="2868541" cy="2033687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Gerenciador.java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Peca.java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Servico.java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059533" y="4542730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Documentação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59533" y="5035451"/>
            <a:ext cx="2868541" cy="1021060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Java Documentation —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oracle.com/java/documentation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2026-08-27T00:54:17Z</dcterms:created>
  <dcterms:modified xsi:type="dcterms:W3CDTF">2026-08-27T00:54:17Z</dcterms:modified>
</cp:coreProperties>
</file>